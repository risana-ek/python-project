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Manrope" panose="020B0604020202020204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3:41.515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16 208,'36'7,"4"-4,0-1,0-2,1-1,-1-2,0-3,0 0,23-9,-25 7,142-29,-4 0,154-12,-272 44,1 3,-1 2,0 3,1 2,-2 3,1 2,43 15,3 10,-71-21,0-3,1 0,0-2,1-2,0-1,0-1,31-1,-108 10,-123 19,-2-7,-164 4,246-23,0-5,0-3,0-3,0-4,1-4,0-4,-73-24,93 19,26 6,0 1,-2 2,1 2,-2 2,1 1,-1 3,0 1,-15 1,-88 22,214-44,11-5,1 3,2 3,0 5,1 3,1 3,0 5,63 3,-39 14,-1 6,103 28,99 16,-228-54,-72-7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3:47.771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1288 3305,'153'-112,"94"-65,-81 62,-6-6,84-88,-216 182,43-38,-3-2,-3-4,-4-2,-2-4,5-16,-53 67,-38 48,7-4,-112 95,5 5,5 6,5 5,-69 105,164-204,0 2,3 0,1 1,1 1,2 0,1 1,2 1,1 0,2 1,2 0,-1 13,8-46,-1 0,1 1,0-1,0 0,1 1,-1-1,1 0,0 0,0 1,0-1,1 0,0 0,-1 0,1 0,1-1,-1 1,0-1,1 1,0-1,0 0,0 0,0 0,0 0,1 0,-1-1,1 1,0-1,0 0,0 0,0-1,0 1,0-1,0 0,0 0,1 0,-1-1,0 1,4-1,22-3,0-1,-1-2,1 0,-1-2,-1-2,0 0,0-2,-1-1,0-1,-1-1,-1-1,0-2,13-13,101-70,-4-6,79-84,-165 138,-80 51,-7 13,1 2,0 2,1 1,1 2,0 1,-4 6,-87 58,3 5,-91 88,-102 75,315-251,1 0,-1 0,1 0,-1 0,1 0,-1 0,1 1,-1-1,1 0,-1 0,1 1,-1-1,1 0,-1 1,1-1,0 0,-1 1,1-1,-1 1,1-1,0 0,0 1,-1-1,1 1,0-1,0 1,-1 0,1-1,0 1,0-1,0 1,0-1,0 1,0-1,0 1,0-1,0 1,0 0,0-1,0 1,1-1,-1 1,0-1,0 1,0-1,1 1,-1-1,0 1,1-1,-1 0,0 1,1-1,-1 1,1-1,32 8,0-10,-1-2,0-1,-1-1,1-2,-1-1,-1-1,0-2,0-1,-1-1,10-8,4 0,0-1,-2-3,0-1,-2-2,19-20,-57 48,-1 1,1 0,-1 0,1-1,-1 1,1 0,-1-1,1 1,-1-1,0 1,1 0,-1-1,1 1,-1-1,0 1,0-1,1 1,-1-1,0 0,0 1,1-1,-1 1,0-1,0 1,0-1,0 0,0 1,0-1,0 1,0-1,0 0,0 1,0-1,-1 1,1-1,0 1,0-1,0 1,-1-1,1 0,0 1,-1 0,1-1,0 1,-1-1,1 1,-1-1,1 1,-1 0,1-1,-1 1,1 0,-1-1,1 1,-1 0,1 0,-1 0,0-1,1 1,-1 0,1 0,-1 0,1 0,-1 0,0 0,-40-15,-1 2,-1 2,0 2,0 2,0 1,-1 3,0 1,0 2,-35 5,-53 10,1 6,1 5,1 6,-6 8,-142 34,221-62,-1-3,1-1,-2-4,1-2,-57-5,-15-1,-132-16,249 13,31-1,-17 7,112-34,1 5,2 5,0 5,1 6,41 2,227-4,156-13,305-47,-665 64,-211 25,-97 37,-248 100,-7-17,-230 43,516-155,0-4,-1-4,0-5,-78-3,131-7,1-1,-1-2,2-2,-1-2,1-1,0-3,1-1,1-1,0-3,1-1,1-2,-4-5,-45-38,100 32,21 2,1 2,2 1,0 2,2 2,1 1,13-3,28-13,1 3,2 4,1 4,1 4,1 4,1 3,1 4,0 4,0 5,90 7,-37 7,-2 6,0 6,-1 6,-2 7,-2 5,55 28,-192-69,0 0,0 0,0 1,1-1,-1 0,0 0,0 1,0-1,0 0,1 1,-1-1,0 1,0-1,1 1,-1-1,0 1,1 0,-1-1,0 1,1 0,-1-1,1 1,-1 0,1 0,0-1,-1 1,1 0,0 0,-1 0,1 0,0 0,0 0,0-1,0 1,0 0,0 0,0 0,0 0,0 0,0 0,1 0,-1-1,0 1,1 0,-1 0,0 0,1-1,-1 1,1 0,-1 0,1-1,0 1,-1 0,1-1,0 1,-1-1,1 1,0-1,0 1,-1-1,1 1,0-1,0 0,0 1,0-1,-1 0,1 0,0 0,0 0,-73 47,-3-4,-59 24,53-27,39-19,-94 50,-3-7,-88 25,70-58,151-31,0 0,1 0,-1-1,0 1,1-1,-1-1,1 1,-1-1,1 0,0 0,-1 0,1-1,0 0,1 0,-1 0,0 0,1-1,0 0,0 0,0 0,0 0,1-1,-1 1,1-1,0 0,-1-4,-1-8,0 0,2-1,0 0,1 0,0 0,2 0,0 0,1 0,1 0,0 0,2 0,0 1,1-1,0 1,5-7,21-55,4 1,3 1,3 3,4 1,3 2,2 3,4 1,3 4,2 1,27-18,1 2,3 4,3 4,4 4,2 4,2 5,3 5,2 3,2 6,73-18,200-45,-152 46,-4-9,76-42,527-289,-776 373,54-28,-2-4,80-61,-182 118,0 2,-1 0,0 0,0-1,0 1,0 0,0-1,0 1,0-1,0 0,-1 1,1-1,0 1,0-1,0 0,0 0,-1 0,1 1,0-1,-1 0,1 0,-1 0,1 0,-1 0,1 0,-1 0,0 0,0 0,1 0,-1 0,0 0,0 0,0-1,0 1,0 0,0 0,0 0,-1 0,1 0,0 0,-1 0,1 0,0 0,-1 0,1 0,-1 0,0 0,1 0,-1 0,-9-2,0 0,0 0,0 0,0 2,-1-1,1 1,-1 1,1 0,0 0,-7 2,10-2,-108 10,2 6,0 4,1 6,1 4,-61 28,-66 30,4 11,5 10,4 9,6 11,6 9,-37 41,-315 276,-38 77,205-177,253-230,113-101,20-23,25-27,122-147,-2 26,43-35,330-296,21 23,19 23,18 25,319-160,-602 400,-42 31,173-78,-330 183,-98 50,-173 79,10-11,-57 27,-50 26,-2981 1674,2465-1344,778-457,-23 16,-1-3,-2-2,0-2,-1-2,-2-2,1-3,-33 4,76-18,1 0,-1 0,0-1,0 0,0-1,0 0,0 0,0-1,1-1,-1 1,0-1,1 0,0-1,0 0,0-1,0 1,1-1,0-1,0 1,0-1,1-1,0 1,0-1,0 0,1 0,0-1,1 1,-3-5,-6-24,0-1,3 0,1 0,2-1,1 0,2 0,2-1,1 1,3-14,-2-50,5 0,3 1,6 0,3 0,21-61,14 3,3 12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3:48.080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1797 0,'-1'0,"-6"3,-13 4,-23 10,-32 17,-34 23,-36 26,-49 37,-54 48,-54 56,-43 62,38-19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3:52.436"/>
    </inkml:context>
    <inkml:brush xml:id="br0">
      <inkml:brushProperty name="width" value="0.3" units="cm"/>
      <inkml:brushProperty name="height" value="0.6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3156 1912,'89'-41,"3"9,2 4,0 4,2 5,0 3,1 5,0 4,1 4,-1 4,0 5,1 4,-2 4,0 5,-1 3,-1 5,4 6,-36-7,-1 2,-2 3,-1 3,-2 2,-2 3,-1 2,-2 2,35 39,74 147,-75-114,-83-110,0-1,0 1,-1 0,1-1,-1 1,0 0,-1 0,1 0,-1 0,0 0,0 0,0 0,-1 0,0 0,0 0,0 0,0 0,-1-1,0 1,0 0,0-1,0 0,-1 1,0-1,0 0,0 0,-1 0,-13 12,-1-1,0-1,-1 0,-1-2,0 0,0-1,-2-1,-11 7,-33 15,-2-3,-1-3,0-3,-2-3,-1-3,0-3,-1-4,0-2,-1-4,-10-3,-73-6,1-7,1-6,0-7,-37-16,-92-34,2-11,-241-112,151 49,360 144,7 4,1 0,-1 0,1 0,0-1,-1 0,1 0,0 0,0-1,0 1,0-1,1 0,-1 0,1 0,0-1,-1 1,1-1,1 1,-2-3,4 4,0 0,1 1,-1-1,0 1,1-1,0 1,-1 0,1-1,0 1,-1-1,1 1,0 0,0 0,0-1,0 1,1 0,-1 0,0 0,0 0,1 1,-1-1,0 0,1 0,-1 1,1-1,-1 1,1-1,-1 1,2 0,150-40,237-27,3 16,43 16,-264 21,2290-98,-1288 55,-1149 56,-38 1,-169 8,-2156 3,-491-170,1322 113,1275 41,199-2,46-5,217-14,17 11,100 3,94 6,81 5,2467 167,-2915-160,257 19,-69-7,60-7,-293-10,70-12,-96-11,-51-18,-241-118,32 31,-78-29,-71-21,-327-123,-12 32,-140-3,518 171,-5 16,-3 17,-2 16,-3 16,-122 14,405 24,47 3,51 11,9-10,1-1,-1 0,2 0,-1-1,0-1,1 0,0 0,0-1,7 0,10 4,137 31,69-2,85 0,75 0,2426 75,-2420-120,-57-5,112-28,-343 26,-1-4,-1-6,-2-5,-1-4,97-46,-140 48,-24 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01.9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1258 28,'-104'-17,"41"7,62 10,1 0,-1 0,1 0,0 0,-1 0,1-1,-1 1,1 0,-1 0,1 1,-1-1,1 0,-1 0,1 0,-1 0,1 0,-1 0,1 1,0-1,-1 0,1 0,-1 1,1-1,0 0,-1 1,1-1,0 0,-1 1,1-1,0 0,-1 1,1-1,0 1,0-1,0 1,-1-1,1 1,0-1,0 0,0 1,0-1,0 1,0-1,0 1,0-1,0 1,0-1,0 1,0-1,0 1,1-1,-1 1,0-1,0 0,0 1,1-1,-1 1,0-1,0 1,1-1,-1 0,0 1,1-1,-1 0,1 1,22 26,92 6,-97-30,211 4,-144-9,556 2,-405-20,444 21,-749 2,0 4,1 3,-12 6,-30 3,-617 102,419-79,-241 34,-138 55,620-115,-22 6,-2-3,-80 5,149-23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03.06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533 63,'-7'6,"-1"-1,0 0,-1-1,1 0,-1 0,0 0,0-1,0-1,0 1,-1-2,1 1,0-1,-6-1,-23 6,-197 62,103-24,422-52,44-26,301-73,-309 35,-319 69,-41 6,-1082 172,925-142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09.89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3068 1,'1827'0,"-1951"25,-1475 310,120 15,1059-217,8 17,-296 158,555-233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12.74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1253 3145,'0'0,"0"0,7 0,246-44,339 24,-334 8,1 10,6 12,-160-6,-118 10,-11 0,0-2,-1 0,-1-2,0-1,0-1,-22 3,15-2,-103 26,-1-6,-1-6,-1-6,0-7,-1-5,0-7,0-5,1-7,0-5,-1-8,-127 0,91 16,173 11,0-1,0 1,0 0,1-1,-1 1,0-1,1 0,-1 0,0 0,1 0,-1-1,1 1,0-1,-1 1,1-1,0 0,0 0,0 0,0 0,0 0,1 0,-1-1,1 1,-1 0,1-1,0 1,0-1,0 0,0 1,0-1,1 0,-1 0,1 1,0-1,0 0,0 0,0 0,0 1,0-1,1 0,0 0,2-21,1 0,2 0,1 0,0 0,2 1,0 1,2-2,61-116,6 4,6 2,6 5,48-50,23-26,8 7,8 8,9 8,113-81,-248 221,1 2,2 3,1 2,3 2,0 3,2 3,1 2,49-13,-35 32,-74 8,0-1,0 0,0 1,-1-1,1 1,0 0,0-1,-1 1,1-1,-1 1,0 0,1-1,-1 1,0 0,0 0,0-1,0 1,0 0,0-1,-1 1,1 0,-1-1,1 1,-1 0,1-1,-1 1,0-1,0 1,0-1,0 1,0-1,0 0,0 1,-2 0,-18 29,-1-1,-1-1,-2-1,-1-1,-1-1,-15 10,27-23,-247 202,-219 134,326-241,-639 482,619-445,6 8,7 8,-42 62,197-214,-41 45,3 3,2 1,2 2,-22 48,60-95,21-25,117-127,-7-1,41-46,39-40,436-432,453-342,164-39,-1221 1007,-201 149,11-8,-50 40,-141 120,11 16,-203 232,321-286,10 9,11 9,10 8,-12 48,124-191,5 4,6 3,4 1,-22 85,67-176,1 0,1 1,1-1,2 1,2 0,1 0,2 21,13 36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13.82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86 570,'-22'-14,"19"12,2 2,1 1,-1-1,0 0,1 0,-1 0,0 0,1 0,-1 0,0 0,1 0,-1 0,0 0,1 0,-1-1,1 1,-1 0,0 0,1-1,-1 1,1 0,-1-1,1 1,-1 0,1-1,-1 1,1-1,-1 1,1-1,-1 1,1-1,0 1,-1-1,1 1,0-1,0 0,-1 1,1-1,0 1,0-1,0 0,0 1,0-1,0 0,0 1,0-1,0 0,0 1,0-1,0 0,0 1,1-1,-1 1,0-1,0 0,1 1,-1-1,0 1,1-1,-1 1,1-1,-1 1,0-1,1 1,-1-1,1 1,-1 0,1-1,0 1,-1 0,1-1,19 0,-1 1,0 1,0 1,0 0,0 1,17 6,-12-4,-17-3,106 23,2-4,0-6,1-4,3-6,117-17,109-24,-72 6,691-26,-940 55,-38-2,-11-1,-656-110,-501-12,482 85,651 32,59-3,10-3,0 0,1 2,1 1,0 0,0 2,1 0,1 2,-1 0,1 2,6 0,67-16,0 5,1 3,1 6,95 3,400 38,-556-30,597 42,290-29,-769-20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28.780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1 290,'9'-19,"1"0,-3 4,1-1,1 1,0 0,1 1,1 0,0 1,1 0,0 0,1 1,4-2,-5 9,0 1,0 0,0 1,0 1,1 0,-1 0,0 1,1 1,0 0,-1 0,1 2,1 0,18 0,270 3,-88-3,131 21,-113-3,1-9,1-11,33-12,983-87,-1117 78,-100 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30.15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2108 2372,'61'-65,"125"-97,8 8,6 8,63-26,317-181,14 26,15 27,12 25,-363 173,-64 27,178-98,-285 118,-87 55,-1 0,1 0,0 0,-1 0,1 0,0 0,0 0,-1 0,1-1,0 1,-1 0,1 0,0 0,0 0,-1 0,1 0,0-1,0 1,-1 0,1 0,0 0,0-1,0 1,0 0,-1 0,1-1,0 1,0 0,0 0,0-1,0 1,0 0,-1 0,1-1,0 1,0 0,0-1,0 1,0 0,0 0,0-1,0 1,0 0,1-1,-1 1,0 0,0 0,0-1,0 1,0 0,0 0,1-1,-1 1,0 0,0 0,0-1,0 1,1 0,-1 0,-32 3,-307 90,227-58,-357 117,-91 58,-196 132,16 33,17 31,-437 339,761-470,12 18,-67 87,303-229,111-92,40-59,1 1,-1 0,1 0,-1-1,0 1,1 0,-1 0,1-1,0 1,-1 0,1-1,0 1,-1-1,1 1,0-1,0 1,-1-1,1 0,0 1,0-1,0 0,-1 0,1 1,0-1,0 0,0 0,0 0,0 0,-1 0,1 0,0 0,0-1,0 1,0 0,0 0,-1-1,1 1,0 0,0-1,-1 1,1-1,0 1,0-1,-1 1,1-1,-1 1,1-1,148-85,567-428,468-308,1051-535,-1839 1145,346-129,-702 325,168-49,-207 65,-1-1,1 1,0 0,0-1,-1 1,1 0,0-1,0 1,0 0,0 0,-1-1,1 1,0 0,0 0,0 0,0 0,0 0,0 1,-1-1,1 0,0 0,0 0,0 1,0-1,-1 1,1-1,0 0,0 1,-1-1,1 1,0 0,-1-1,1 1,-1-1,1 1,-1 0,1-1,-1 1,1 0,-1 0,0 0,1-1,-1 1,0 0,1 0,-1 0,0 0,-25 38,-29 10,-10 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4:35.93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2523 7875,'28'-53,"79"-147,-87 168,2 0,1 2,1 0,2 1,1 2,18-13,16-32,-54 62,-13 15,-19 20,-400 413,-176 157,-494 275,1003-802,-525 413,581-454,35-26,-13 8,17-21,84-112,274-327,31 3,184-192,28 27,169-99,-513 488,-9-11,213-259,-302 297,-154 180,-18 19,-24 22,-808 693,661-568,-137 115,-170 190,250-160,215-269,16-19,15-18,85-85,298-242,357-233,-602 464,370-274,922-666,-1294 949,131-92,133-126,-304 221,-84 74,-20 21,-1 0,0 1,0-1,1 0,-1 1,0-1,0 1,0-1,0 1,0-1,0 1,0 0,0-1,0 1,0 0,0 0,0 0,0 0,0 0,0 0,0 0,0 0,0 0,0 0,0 1,0-1,0 0,0 1,0-1,0 0,0 1,0 0,0-1,0 1,1-1,-1 1,0 0,0 0,1-1,-1 1,0 0,1 0,-1 0,1 1,-5 0,-429 167,270-104,-212 83,-263 150,338-126,6 13,10 14,8 11,3 18,148-116,4 5,6 6,5 4,-47 77,130-166,3 1,1 0,1 2,3 1,1 1,2 0,2 1,-8 46,22-86,0-1,0 1,0 0,1 0,-1-1,1 1,0 0,0 0,1 0,-1 0,1-1,0 1,0 0,0-1,0 1,1-1,0 1,-1-1,1 1,0-1,1 0,-1 0,0 0,1 0,0-1,0 1,-1-1,2 1,-1-1,0 0,0 0,1-1,-1 1,1 0,-1-1,1 0,3 1,48 8,0-2,0-2,1-3,0-2,-1-3,1-2,29-7,152-29,70-28,-269 59,429-118,81-51,-171 39,183-104,-482 203,-2-3,55-42,-132 85,1 0,-1 0,1 0,-1 0,1 0,0 0,-1-1,1 1,-1 0,1 0,-1 0,1-1,0 1,-1 0,1-1,-1 1,1 0,0-1,-1 1,1 0,0-1,0 1,-1-1,1 1,0 0,0-1,0 1,-1-1,1 1,0-1,0 1,0-1,0 1,0-1,0 1,0-1,0 1,0-1,0 1,0 0,0-1,0 1,1-1,-1 1,0-1,0 1,0-1,1 1,-1 0,0-1,1 1,-1-1,0 1,1 0,-1-1,0 1,1 0,-1 0,1-1,-1 1,0 0,1 0,-54-2,46 2,-631 19,47-15,560-4,0-2,0 0,1-3,-1 0,1-2,0-1,1-2,-20-8,24 5,0-1,1 0,0-2,1-1,1-1,1 0,1-2,0 0,1-2,2 0,-10-15,0-7,2-2,2 0,2-2,2 0,2-1,2-1,2 0,3-1,2 0,1-7,0-43,4-1,5 0,4 1,15-72,9 0,8 1,8 3,6 2,8 2,7 3,34-50,39-49,12 6,11 7,74-75,36-15,15 12,14 13,191-145,-231 238,9 12,296-173,-455 315,1 5,59-20,-128 63,1 2,1 1,0 3,1 1,0 3,1 2,0 1,12 3,-41 2,1 0,-1 2,0 0,0 1,0 1,0 1,-1 1,0 0,0 1,0 1,-1 1,0 1,-1 0,0 1,0 0,-2 1,1 1,-1 1,-1 0,-1 1,0 0,-1 0,10 18,1 17,-2 1,-3 1,-1 0,-3 1,-2 1,-3 1,4 54,-4 1,-5 0,-5 0,-5-1,-16 78,-16 86,-24 53,12-174,22-95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7:34.141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7:34.39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7:36.320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0 871,'1'-14,"1"0,0 0,1 0,1 0,0 1,1 0,0 0,1 0,0 0,1 1,1 0,-1 1,2 0,0 0,0 0,1 1,0 1,1 0,0 0,1 1,-1 0,7-2,115-78,4 5,4 7,114-44,-133 75,2 5,1 6,24 1,-22-6,-105 30,0 1,1 0,0 2,1 1,-1 1,1 1,19 0,-15 3,-17 0,1-1,-1 1,0 1,1 0,-1 1,0 0,0 1,0 0,0 0,-1 1,9 5,-8 0,0-1,-1 2,0-1,0 2,-1-1,-1 1,0 0,0 1,-1 0,-1 0,0 1,0 0,2 10,-6-18,86 115,-79-106,0 0,-1 1,-1 0,-1 0,0 0,0 1,-2 0,0 0,-1 0,1 16,-1-1,-2-1,0 1,-3 0,0 0,-2-1,-1 0,-2 0,-1 0,-1-1,-1 0,-11 19,-158 260,170-294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11T04:27:40.67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1 319,'1'2,"0"1,1 0,-1-1,1 1,0 0,-1-1,1 0,0 0,0 1,1-1,-1 0,0-1,1 1,-1 0,1-1,0 1,-1-1,1 0,1 1,11 7,128 90,-42-45,-45-30,-42-20,-1 0,1-1,0 0,0-1,0 0,0-1,1-1,-1-1,0 0,0 0,1-2,-9 3,58-10,0-3,0-2,-2-4,41-17,143-40,108-22,181-44,-417 109,-115 31,-1 1,1-1,-1 1,1-1,-1 0,0 0,0 0,1 0,-1 0,-1-1,1 1,0 0,-1-1,1 0,-1 1,0-1,0 0,0 1,0-1,0 0,0 0,-1 0,0 0,1 0,-1 0,0 0,0 0,-1 0,1 0,-1 0,1 0,-1 1,0-1,0 0,0 0,-1 1,0-3,-3-13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509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28779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1630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5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0235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697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7156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5926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452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3254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1320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41700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015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935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5197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793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9234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238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370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836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771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033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226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34" Type="http://schemas.openxmlformats.org/officeDocument/2006/relationships/image" Target="../media/image16.png"/><Relationship Id="rId7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customXml" Target="../ink/ink16.xml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24" Type="http://schemas.openxmlformats.org/officeDocument/2006/relationships/customXml" Target="../ink/ink11.xml"/><Relationship Id="rId32" Type="http://schemas.openxmlformats.org/officeDocument/2006/relationships/image" Target="../media/image1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9.png"/><Relationship Id="rId31" Type="http://schemas.openxmlformats.org/officeDocument/2006/relationships/customXml" Target="../ink/ink15.xml"/><Relationship Id="rId4" Type="http://schemas.openxmlformats.org/officeDocument/2006/relationships/customXml" Target="../ink/ink1.xml"/><Relationship Id="rId9" Type="http://schemas.openxmlformats.org/officeDocument/2006/relationships/image" Target="../media/image4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3.png"/><Relationship Id="rId30" Type="http://schemas.openxmlformats.org/officeDocument/2006/relationships/customXml" Target="../ink/ink14.xml"/><Relationship Id="rId8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1.pn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8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9736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6133"/>
            <a:ext cx="424852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1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 AI Chatbot using Python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20" y="2369717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beginner-friendly project that demonstrates Python core features — functions, loops, conditionals, and dictionaries — to build a working, keyword-driven chatbot with file logging.</a:t>
            </a:r>
            <a:endParaRPr lang="en-US" sz="951" dirty="0"/>
          </a:p>
        </p:txBody>
      </p:sp>
      <p:sp>
        <p:nvSpPr>
          <p:cNvPr id="5" name="Shape 2"/>
          <p:cNvSpPr/>
          <p:nvPr/>
        </p:nvSpPr>
        <p:spPr>
          <a:xfrm>
            <a:off x="3925120" y="3109392"/>
            <a:ext cx="977875" cy="233215"/>
          </a:xfrm>
          <a:prstGeom prst="roundRect">
            <a:avLst>
              <a:gd name="adj" fmla="val 38297"/>
            </a:avLst>
          </a:prstGeom>
          <a:solidFill>
            <a:srgbClr val="FFD7CC"/>
          </a:solidFill>
          <a:ln/>
        </p:spPr>
      </p:sp>
      <p:sp>
        <p:nvSpPr>
          <p:cNvPr id="6" name="Text 3"/>
          <p:cNvSpPr/>
          <p:nvPr/>
        </p:nvSpPr>
        <p:spPr>
          <a:xfrm>
            <a:off x="3999534" y="3146599"/>
            <a:ext cx="82904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1"/>
              </a:lnSpc>
            </a:pPr>
            <a:r>
              <a:rPr lang="en-US" sz="7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PROJECT</a:t>
            </a:r>
            <a:endParaRPr lang="en-US" sz="751" dirty="0"/>
          </a:p>
        </p:txBody>
      </p:sp>
      <p:sp>
        <p:nvSpPr>
          <p:cNvPr id="7" name="Shape 4"/>
          <p:cNvSpPr/>
          <p:nvPr/>
        </p:nvSpPr>
        <p:spPr>
          <a:xfrm>
            <a:off x="4964981" y="3104630"/>
            <a:ext cx="1063155" cy="242739"/>
          </a:xfrm>
          <a:prstGeom prst="roundRect">
            <a:avLst>
              <a:gd name="adj" fmla="val 36794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44158" y="3146599"/>
            <a:ext cx="904801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1"/>
              </a:lnSpc>
            </a:pPr>
            <a:r>
              <a:rPr lang="en-US" sz="75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BEGINNER FRIENDLY</a:t>
            </a:r>
            <a:endParaRPr lang="en-US" sz="751" dirty="0"/>
          </a:p>
        </p:txBody>
      </p:sp>
      <p:sp>
        <p:nvSpPr>
          <p:cNvPr id="9" name="Shape 6"/>
          <p:cNvSpPr/>
          <p:nvPr/>
        </p:nvSpPr>
        <p:spPr>
          <a:xfrm>
            <a:off x="6090122" y="3104630"/>
            <a:ext cx="824805" cy="242739"/>
          </a:xfrm>
          <a:prstGeom prst="roundRect">
            <a:avLst>
              <a:gd name="adj" fmla="val 36794"/>
            </a:avLst>
          </a:prstGeom>
          <a:noFill/>
          <a:ln w="4763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9299" y="3146599"/>
            <a:ext cx="666452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51"/>
              </a:lnSpc>
            </a:pPr>
            <a:r>
              <a:rPr lang="en-US" sz="751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PYTHON</a:t>
            </a:r>
            <a:endParaRPr lang="en-US" sz="75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583446C-BF3B-402A-85D1-C279F7CEE8EF}"/>
                  </a:ext>
                </a:extLst>
              </p14:cNvPr>
              <p14:cNvContentPartPr/>
              <p14:nvPr/>
            </p14:nvContentPartPr>
            <p14:xfrm>
              <a:off x="8102811" y="4920646"/>
              <a:ext cx="733320" cy="114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583446C-BF3B-402A-85D1-C279F7CEE8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48811" y="4813006"/>
                <a:ext cx="84096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F49378-6A0E-429A-BB43-62E097CEBC8C}"/>
                  </a:ext>
                </a:extLst>
              </p14:cNvPr>
              <p14:cNvContentPartPr/>
              <p14:nvPr/>
            </p14:nvContentPartPr>
            <p14:xfrm>
              <a:off x="8058531" y="3789583"/>
              <a:ext cx="2059200" cy="1345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F49378-6A0E-429A-BB43-62E097CEBC8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04531" y="3681583"/>
                <a:ext cx="2166840" cy="156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D9A8E51-6D27-4B4F-95D4-7B76074EA695}"/>
                  </a:ext>
                </a:extLst>
              </p14:cNvPr>
              <p14:cNvContentPartPr/>
              <p14:nvPr/>
            </p14:nvContentPartPr>
            <p14:xfrm>
              <a:off x="7798971" y="3594463"/>
              <a:ext cx="646920" cy="4561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D9A8E51-6D27-4B4F-95D4-7B76074EA69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745331" y="3486463"/>
                <a:ext cx="754560" cy="67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4987A4C-2684-4130-A573-F552174521CE}"/>
                  </a:ext>
                </a:extLst>
              </p14:cNvPr>
              <p14:cNvContentPartPr/>
              <p14:nvPr/>
            </p14:nvContentPartPr>
            <p14:xfrm>
              <a:off x="6694131" y="3970663"/>
              <a:ext cx="2679480" cy="1081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4987A4C-2684-4130-A573-F552174521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40131" y="3862663"/>
                <a:ext cx="2787120" cy="12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55CD0C-7FEF-4425-BDAB-FCC0E21832D0}"/>
                  </a:ext>
                </a:extLst>
              </p14:cNvPr>
              <p14:cNvContentPartPr/>
              <p14:nvPr/>
            </p14:nvContentPartPr>
            <p14:xfrm>
              <a:off x="7791051" y="4902703"/>
              <a:ext cx="1119240" cy="207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55CD0C-7FEF-4425-BDAB-FCC0E21832D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01411" y="4722703"/>
                <a:ext cx="1298880" cy="56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646A675-FA70-4438-9B97-C7D00832BB97}"/>
                  </a:ext>
                </a:extLst>
              </p14:cNvPr>
              <p14:cNvContentPartPr/>
              <p14:nvPr/>
            </p14:nvContentPartPr>
            <p14:xfrm>
              <a:off x="8168331" y="4912063"/>
              <a:ext cx="573480" cy="81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646A675-FA70-4438-9B97-C7D00832BB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078331" y="4732423"/>
                <a:ext cx="75312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2E62912-D2A8-4522-A425-B39A1570DDAD}"/>
                  </a:ext>
                </a:extLst>
              </p14:cNvPr>
              <p14:cNvContentPartPr/>
              <p14:nvPr/>
            </p14:nvContentPartPr>
            <p14:xfrm>
              <a:off x="6805731" y="4927543"/>
              <a:ext cx="1762560" cy="4960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2E62912-D2A8-4522-A425-B39A1570DD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15731" y="4747903"/>
                <a:ext cx="1942200" cy="85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2043BB1-DE11-4DBC-839A-13E6747772AD}"/>
                  </a:ext>
                </a:extLst>
              </p14:cNvPr>
              <p14:cNvContentPartPr/>
              <p14:nvPr/>
            </p14:nvContentPartPr>
            <p14:xfrm>
              <a:off x="7894731" y="3756103"/>
              <a:ext cx="1332360" cy="13586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2043BB1-DE11-4DBC-839A-13E6747772A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804731" y="3576103"/>
                <a:ext cx="1512000" cy="171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DE5BFDB-EA75-475C-846A-B7C5228823AF}"/>
                  </a:ext>
                </a:extLst>
              </p14:cNvPr>
              <p14:cNvContentPartPr/>
              <p14:nvPr/>
            </p14:nvContentPartPr>
            <p14:xfrm>
              <a:off x="8180571" y="4835743"/>
              <a:ext cx="1150560" cy="225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DE5BFDB-EA75-475C-846A-B7C5228823A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090931" y="4656103"/>
                <a:ext cx="1330200" cy="58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9704F6B-1735-4A30-B8CF-572A21F23172}"/>
                  </a:ext>
                </a:extLst>
              </p14:cNvPr>
              <p14:cNvContentPartPr/>
              <p14:nvPr/>
            </p14:nvContentPartPr>
            <p14:xfrm>
              <a:off x="8048091" y="4988023"/>
              <a:ext cx="1287360" cy="104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9704F6B-1735-4A30-B8CF-572A21F2317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976451" y="4844023"/>
                <a:ext cx="1431000" cy="39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6458D7F-FCEE-4B56-BD88-DF1943BF4875}"/>
                  </a:ext>
                </a:extLst>
              </p14:cNvPr>
              <p14:cNvContentPartPr/>
              <p14:nvPr/>
            </p14:nvContentPartPr>
            <p14:xfrm>
              <a:off x="5629611" y="2483503"/>
              <a:ext cx="2278080" cy="1271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6458D7F-FCEE-4B56-BD88-DF1943BF48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557611" y="2339863"/>
                <a:ext cx="2421720" cy="15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06931D0-0060-4476-8600-2F99E19F6E84}"/>
                  </a:ext>
                </a:extLst>
              </p14:cNvPr>
              <p14:cNvContentPartPr/>
              <p14:nvPr/>
            </p14:nvContentPartPr>
            <p14:xfrm>
              <a:off x="4868211" y="467143"/>
              <a:ext cx="3029760" cy="35420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06931D0-0060-4476-8600-2F99E19F6E8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96571" y="323503"/>
                <a:ext cx="3173400" cy="38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0235A14-95F0-4BB7-A9C8-F98CFDD2D428}"/>
                  </a:ext>
                </a:extLst>
              </p14:cNvPr>
              <p14:cNvContentPartPr/>
              <p14:nvPr/>
            </p14:nvContentPartPr>
            <p14:xfrm>
              <a:off x="8193171" y="4956343"/>
              <a:ext cx="36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0235A14-95F0-4BB7-A9C8-F98CFDD2D42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21171" y="481270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A310987-9B26-4FDF-8BFA-9D08CA136169}"/>
                  </a:ext>
                </a:extLst>
              </p14:cNvPr>
              <p14:cNvContentPartPr/>
              <p14:nvPr/>
            </p14:nvContentPartPr>
            <p14:xfrm>
              <a:off x="8193171" y="4956343"/>
              <a:ext cx="360" cy="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A310987-9B26-4FDF-8BFA-9D08CA13616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21171" y="481270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EB35484-A530-4E03-AE56-626311483FD1}"/>
                  </a:ext>
                </a:extLst>
              </p14:cNvPr>
              <p14:cNvContentPartPr/>
              <p14:nvPr/>
            </p14:nvContentPartPr>
            <p14:xfrm>
              <a:off x="8193171" y="4643143"/>
              <a:ext cx="768600" cy="433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EB35484-A530-4E03-AE56-626311483FD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121171" y="4499143"/>
                <a:ext cx="91224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C1512B4-0794-45F2-8D30-DDA1309A94C8}"/>
                  </a:ext>
                </a:extLst>
              </p14:cNvPr>
              <p14:cNvContentPartPr/>
              <p14:nvPr/>
            </p14:nvContentPartPr>
            <p14:xfrm>
              <a:off x="8229171" y="4885423"/>
              <a:ext cx="786240" cy="203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C1512B4-0794-45F2-8D30-DDA1309A94C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157531" y="4741783"/>
                <a:ext cx="929880" cy="49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5620"/>
            <a:ext cx="15505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1149029"/>
            <a:ext cx="333628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1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Are We Building?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20" y="172261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goal of this project is to create a </a:t>
            </a:r>
            <a:r>
              <a:rPr lang="en-US" sz="951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Mini AI Chatbot</a:t>
            </a: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using only Python's core features — no external libraries required. The chatbot reads user input, identifies keywords, and returns appropriate responses. Every conversation is automatically saved to a file for later review.</a:t>
            </a:r>
            <a:endParaRPr lang="en-US" sz="951" dirty="0"/>
          </a:p>
        </p:txBody>
      </p:sp>
      <p:sp>
        <p:nvSpPr>
          <p:cNvPr id="5" name="Shape 3"/>
          <p:cNvSpPr/>
          <p:nvPr/>
        </p:nvSpPr>
        <p:spPr>
          <a:xfrm>
            <a:off x="496121" y="2259063"/>
            <a:ext cx="4013895" cy="927423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855" y="2387799"/>
            <a:ext cx="155056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660825"/>
            <a:ext cx="375642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 a functional Mini AI Chatbot using Python core features like functions, loops, and dictionaries.</a:t>
            </a:r>
            <a:endParaRPr lang="en-US" sz="951" dirty="0"/>
          </a:p>
        </p:txBody>
      </p:sp>
      <p:sp>
        <p:nvSpPr>
          <p:cNvPr id="8" name="Shape 6"/>
          <p:cNvSpPr/>
          <p:nvPr/>
        </p:nvSpPr>
        <p:spPr>
          <a:xfrm>
            <a:off x="4633989" y="2259063"/>
            <a:ext cx="4013895" cy="927423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62723" y="2387799"/>
            <a:ext cx="155056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📖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Read Input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723" y="2660825"/>
            <a:ext cx="375642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Accept and process user messages in real time through the terminal.</a:t>
            </a:r>
            <a:endParaRPr lang="en-US" sz="951" dirty="0"/>
          </a:p>
        </p:txBody>
      </p:sp>
      <p:sp>
        <p:nvSpPr>
          <p:cNvPr id="11" name="Shape 9"/>
          <p:cNvSpPr/>
          <p:nvPr/>
        </p:nvSpPr>
        <p:spPr>
          <a:xfrm>
            <a:off x="496121" y="3310459"/>
            <a:ext cx="4013895" cy="927423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855" y="3439195"/>
            <a:ext cx="1553468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Identify Keywords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55" y="3712221"/>
            <a:ext cx="375642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Match user input against predefined keywords to select the right response.</a:t>
            </a:r>
            <a:endParaRPr lang="en-US" sz="951" dirty="0"/>
          </a:p>
        </p:txBody>
      </p:sp>
      <p:sp>
        <p:nvSpPr>
          <p:cNvPr id="14" name="Shape 12"/>
          <p:cNvSpPr/>
          <p:nvPr/>
        </p:nvSpPr>
        <p:spPr>
          <a:xfrm>
            <a:off x="4633989" y="3310459"/>
            <a:ext cx="4013895" cy="927423"/>
          </a:xfrm>
          <a:prstGeom prst="roundRect">
            <a:avLst>
              <a:gd name="adj" fmla="val 1203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62723" y="3439195"/>
            <a:ext cx="1550567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💾</a:t>
            </a: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Save Chat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723" y="3712220"/>
            <a:ext cx="3756423" cy="198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 every conversation automatically to a </a:t>
            </a:r>
            <a:r>
              <a:rPr lang="en-US" sz="9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chat_history.txt</a:t>
            </a: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file.</a:t>
            </a:r>
            <a:endParaRPr lang="en-US" sz="95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3" y="332110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894162" y="557361"/>
            <a:ext cx="350118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1"/>
              </a:lnSpc>
            </a:pPr>
            <a:r>
              <a:rPr lang="en-US" sz="22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Chatbot Can Do</a:t>
            </a:r>
            <a:endParaRPr lang="en-US" sz="2251" dirty="0"/>
          </a:p>
        </p:txBody>
      </p:sp>
      <p:sp>
        <p:nvSpPr>
          <p:cNvPr id="5" name="Text 2"/>
          <p:cNvSpPr/>
          <p:nvPr/>
        </p:nvSpPr>
        <p:spPr>
          <a:xfrm>
            <a:off x="3894163" y="1084213"/>
            <a:ext cx="4784675" cy="360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Mini AI Chatbot is simple yet fully functional. It covers the essential building blocks of conversational AI while staying accessible for beginners.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4163" y="1567309"/>
            <a:ext cx="232544" cy="2325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62957" y="1607270"/>
            <a:ext cx="1888035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Keyword-Based Responses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262959" y="1854324"/>
            <a:ext cx="4415879" cy="360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bot detects keywords like </a:t>
            </a:r>
            <a:r>
              <a:rPr lang="en-US" sz="9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</a:t>
            </a:r>
            <a:r>
              <a:rPr lang="en-US" sz="9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or </a:t>
            </a:r>
            <a:r>
              <a:rPr lang="en-US" sz="9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returns a relevant pre-defined reply instantly.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4163" y="2432819"/>
            <a:ext cx="232544" cy="2325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62959" y="2472780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Graceful Exit Option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262959" y="2719835"/>
            <a:ext cx="4415879" cy="360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can end the conversation by typing </a:t>
            </a:r>
            <a:r>
              <a:rPr lang="en-US" sz="9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bye</a:t>
            </a: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or </a:t>
            </a:r>
            <a:r>
              <a:rPr lang="en-US" sz="9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The bot responds warmly before closing the session.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4163" y="3298329"/>
            <a:ext cx="232544" cy="2325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62959" y="3338290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Logging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4262959" y="3585344"/>
            <a:ext cx="4415879" cy="360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message exchanged is automatically saved to </a:t>
            </a:r>
            <a:r>
              <a:rPr lang="en-US" sz="90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chat_history.txt</a:t>
            </a: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creating a persistent record of the conversation.</a:t>
            </a:r>
            <a:endParaRPr lang="en-US" sz="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4163" y="4163839"/>
            <a:ext cx="232544" cy="2325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262959" y="4203800"/>
            <a:ext cx="14536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262959" y="4450855"/>
            <a:ext cx="4415879" cy="360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project is designed to scale — with room to add Machine Learning, NLP, and Voice Recognition in later versions.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05930"/>
            <a:ext cx="150212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Structure</a:t>
            </a:r>
            <a:endParaRPr lang="en-US" sz="1151" dirty="0"/>
          </a:p>
        </p:txBody>
      </p:sp>
      <p:sp>
        <p:nvSpPr>
          <p:cNvPr id="3" name="Text 1"/>
          <p:cNvSpPr/>
          <p:nvPr/>
        </p:nvSpPr>
        <p:spPr>
          <a:xfrm>
            <a:off x="480641" y="640185"/>
            <a:ext cx="3898329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1"/>
              </a:lnSpc>
            </a:pPr>
            <a:r>
              <a:rPr lang="en-US" sz="23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Files &amp; Organisation</a:t>
            </a:r>
            <a:endParaRPr lang="en-US" sz="2351" dirty="0"/>
          </a:p>
        </p:txBody>
      </p:sp>
      <p:sp>
        <p:nvSpPr>
          <p:cNvPr id="4" name="Text 2"/>
          <p:cNvSpPr/>
          <p:nvPr/>
        </p:nvSpPr>
        <p:spPr>
          <a:xfrm>
            <a:off x="480642" y="1190253"/>
            <a:ext cx="8182719" cy="37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chatbot is split across multiple Python files, each with a clear responsibility. This modular approach makes the code easy to understand, test, and extend.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94097" y="1699617"/>
            <a:ext cx="4117851" cy="3037880"/>
          </a:xfrm>
          <a:prstGeom prst="roundRect">
            <a:avLst>
              <a:gd name="adj" fmla="val 5696"/>
            </a:avLst>
          </a:prstGeom>
          <a:solidFill>
            <a:srgbClr val="FF7047"/>
          </a:solidFill>
          <a:ln/>
        </p:spPr>
      </p:sp>
      <p:sp>
        <p:nvSpPr>
          <p:cNvPr id="6" name="Text 4"/>
          <p:cNvSpPr/>
          <p:nvPr/>
        </p:nvSpPr>
        <p:spPr>
          <a:xfrm>
            <a:off x="514201" y="1816002"/>
            <a:ext cx="150212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📁</a:t>
            </a:r>
            <a:r>
              <a:rPr lang="en-US" sz="11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Project Folder</a:t>
            </a:r>
            <a:endParaRPr lang="en-US" sz="1151" dirty="0"/>
          </a:p>
        </p:txBody>
      </p:sp>
      <p:sp>
        <p:nvSpPr>
          <p:cNvPr id="7" name="Text 5"/>
          <p:cNvSpPr/>
          <p:nvPr/>
        </p:nvSpPr>
        <p:spPr>
          <a:xfrm>
            <a:off x="514201" y="2124894"/>
            <a:ext cx="3877643" cy="87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91" indent="-342891">
              <a:lnSpc>
                <a:spcPts val="1451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chatbot_basic.py</a:t>
            </a:r>
            <a:endParaRPr lang="en-US" sz="900" dirty="0"/>
          </a:p>
          <a:p>
            <a:pPr marL="342891" indent="-342891">
              <a:lnSpc>
                <a:spcPts val="1451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chatbot_file.py</a:t>
            </a:r>
            <a:endParaRPr lang="en-US" sz="900" dirty="0"/>
          </a:p>
          <a:p>
            <a:pPr marL="342891" indent="-342891">
              <a:lnSpc>
                <a:spcPts val="1451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chatbot_responses.py</a:t>
            </a:r>
            <a:endParaRPr lang="en-US" sz="900" dirty="0"/>
          </a:p>
          <a:p>
            <a:pPr marL="342891" indent="-342891">
              <a:lnSpc>
                <a:spcPts val="1451"/>
              </a:lnSpc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highlight>
                  <a:srgbClr val="F2633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chat_history.txt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23360" y="1830512"/>
            <a:ext cx="1914153" cy="1329855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071" y="1830512"/>
            <a:ext cx="57151" cy="1329855"/>
          </a:xfrm>
          <a:prstGeom prst="roundRect">
            <a:avLst>
              <a:gd name="adj" fmla="val 189244"/>
            </a:avLst>
          </a:prstGeom>
          <a:solidFill>
            <a:srgbClr val="FF7047"/>
          </a:solidFill>
          <a:ln/>
        </p:spPr>
      </p:sp>
      <p:sp>
        <p:nvSpPr>
          <p:cNvPr id="10" name="Text 8"/>
          <p:cNvSpPr/>
          <p:nvPr/>
        </p:nvSpPr>
        <p:spPr>
          <a:xfrm>
            <a:off x="4900613" y="1964903"/>
            <a:ext cx="150212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chatbot_basic.py</a:t>
            </a:r>
            <a:endParaRPr lang="en-US" sz="1151" dirty="0"/>
          </a:p>
        </p:txBody>
      </p:sp>
      <p:sp>
        <p:nvSpPr>
          <p:cNvPr id="11" name="Text 9"/>
          <p:cNvSpPr/>
          <p:nvPr/>
        </p:nvSpPr>
        <p:spPr>
          <a:xfrm>
            <a:off x="4900613" y="2269035"/>
            <a:ext cx="1602507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simplest version — a basic chatbot with hardcoded responses and a main loop.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753896" y="1830512"/>
            <a:ext cx="1914227" cy="1329855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39607" y="1830512"/>
            <a:ext cx="57151" cy="1329855"/>
          </a:xfrm>
          <a:prstGeom prst="roundRect">
            <a:avLst>
              <a:gd name="adj" fmla="val 189244"/>
            </a:avLst>
          </a:prstGeom>
          <a:solidFill>
            <a:srgbClr val="FF7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931149" y="1964903"/>
            <a:ext cx="150212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chatbot_file.py</a:t>
            </a:r>
            <a:endParaRPr lang="en-US" sz="1151" dirty="0"/>
          </a:p>
        </p:txBody>
      </p:sp>
      <p:sp>
        <p:nvSpPr>
          <p:cNvPr id="15" name="Text 13"/>
          <p:cNvSpPr/>
          <p:nvPr/>
        </p:nvSpPr>
        <p:spPr>
          <a:xfrm>
            <a:off x="6931150" y="2269035"/>
            <a:ext cx="1602581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Extended version with file logging and a larger keyword-response dictionary.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23360" y="3276749"/>
            <a:ext cx="1914153" cy="1329855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071" y="3276749"/>
            <a:ext cx="57151" cy="1329855"/>
          </a:xfrm>
          <a:prstGeom prst="roundRect">
            <a:avLst>
              <a:gd name="adj" fmla="val 189244"/>
            </a:avLst>
          </a:prstGeom>
          <a:solidFill>
            <a:srgbClr val="FF7047"/>
          </a:solidFill>
          <a:ln/>
        </p:spPr>
      </p:sp>
      <p:sp>
        <p:nvSpPr>
          <p:cNvPr id="18" name="Text 16"/>
          <p:cNvSpPr/>
          <p:nvPr/>
        </p:nvSpPr>
        <p:spPr>
          <a:xfrm>
            <a:off x="4900613" y="3411142"/>
            <a:ext cx="156701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chatbot_responses.py</a:t>
            </a:r>
            <a:endParaRPr lang="en-US" sz="1151" dirty="0"/>
          </a:p>
        </p:txBody>
      </p:sp>
      <p:sp>
        <p:nvSpPr>
          <p:cNvPr id="19" name="Text 17"/>
          <p:cNvSpPr/>
          <p:nvPr/>
        </p:nvSpPr>
        <p:spPr>
          <a:xfrm>
            <a:off x="4900613" y="3715272"/>
            <a:ext cx="1602507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Optional module that stores all responses in a separate dictionary for clean organisation.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53896" y="3276749"/>
            <a:ext cx="1914227" cy="1329855"/>
          </a:xfrm>
          <a:prstGeom prst="roundRect">
            <a:avLst>
              <a:gd name="adj" fmla="val 5157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39607" y="3276749"/>
            <a:ext cx="57151" cy="1329855"/>
          </a:xfrm>
          <a:prstGeom prst="roundRect">
            <a:avLst>
              <a:gd name="adj" fmla="val 189244"/>
            </a:avLst>
          </a:prstGeom>
          <a:solidFill>
            <a:srgbClr val="FF7047"/>
          </a:solidFill>
          <a:ln/>
        </p:spPr>
      </p:sp>
      <p:sp>
        <p:nvSpPr>
          <p:cNvPr id="22" name="Text 20"/>
          <p:cNvSpPr/>
          <p:nvPr/>
        </p:nvSpPr>
        <p:spPr>
          <a:xfrm>
            <a:off x="6931149" y="3411142"/>
            <a:ext cx="150212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chat_history.txt</a:t>
            </a:r>
            <a:endParaRPr lang="en-US" sz="1151" dirty="0"/>
          </a:p>
        </p:txBody>
      </p:sp>
      <p:sp>
        <p:nvSpPr>
          <p:cNvPr id="23" name="Text 21"/>
          <p:cNvSpPr/>
          <p:nvPr/>
        </p:nvSpPr>
        <p:spPr>
          <a:xfrm>
            <a:off x="6931150" y="3715272"/>
            <a:ext cx="1602581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Auto-generated file that records every conversation session with timestamps.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5776"/>
            <a:ext cx="15505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21" y="729184"/>
            <a:ext cx="403190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1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Core Features Used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20" y="130276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is an excellent way to practise fundamental Python concepts. Each feature of the chatbot maps directly to a core Python concept, making it a perfect learning exercise.</a:t>
            </a:r>
            <a:endParaRPr lang="en-US" sz="95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21" y="1839220"/>
            <a:ext cx="4075881" cy="4961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0093" y="2459311"/>
            <a:ext cx="15505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0093" y="2727574"/>
            <a:ext cx="382793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Reusable blocks of code that handle input, matching, and responses separately.</a:t>
            </a:r>
            <a:endParaRPr lang="en-US" sz="951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1839220"/>
            <a:ext cx="4075881" cy="4961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95974" y="2459311"/>
            <a:ext cx="15505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695974" y="2727574"/>
            <a:ext cx="382793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</a:t>
            </a:r>
            <a:r>
              <a:rPr lang="en-US" sz="9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loop keeps the chatbot running until the user types an exit command.</a:t>
            </a:r>
            <a:endParaRPr lang="en-US" sz="95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21" y="3248472"/>
            <a:ext cx="4075881" cy="4961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093" y="3868566"/>
            <a:ext cx="15505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20093" y="4136828"/>
            <a:ext cx="382793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if-elif-else</a:t>
            </a: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statements check user input and decide which response to return.</a:t>
            </a:r>
            <a:endParaRPr lang="en-US" sz="951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1" y="3248472"/>
            <a:ext cx="4075881" cy="49611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95974" y="3868566"/>
            <a:ext cx="15505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Dictionaries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95974" y="4136828"/>
            <a:ext cx="382793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Keyword-response pairs are stored in a Python dictionary for fast and clean lookups.</a:t>
            </a:r>
            <a:endParaRPr lang="en-US" sz="95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284857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Demo</a:t>
            </a:r>
            <a:endParaRPr lang="en-US" sz="951" dirty="0"/>
          </a:p>
        </p:txBody>
      </p:sp>
      <p:sp>
        <p:nvSpPr>
          <p:cNvPr id="3" name="Text 1"/>
          <p:cNvSpPr/>
          <p:nvPr/>
        </p:nvSpPr>
        <p:spPr>
          <a:xfrm>
            <a:off x="598067" y="475059"/>
            <a:ext cx="278152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1"/>
              </a:lnSpc>
            </a:pPr>
            <a:r>
              <a:rPr lang="en-US" sz="19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Chatbot Output</a:t>
            </a:r>
            <a:endParaRPr lang="en-US" sz="1951" dirty="0"/>
          </a:p>
        </p:txBody>
      </p:sp>
      <p:sp>
        <p:nvSpPr>
          <p:cNvPr id="4" name="Text 2"/>
          <p:cNvSpPr/>
          <p:nvPr/>
        </p:nvSpPr>
        <p:spPr>
          <a:xfrm>
            <a:off x="598065" y="912763"/>
            <a:ext cx="794779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Here is what a real conversation with the Mini AI Chatbot looks like. The bot responds naturally to greetings, questions about itself, and topic-based queries.</a:t>
            </a:r>
            <a:endParaRPr lang="en-US" sz="75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7" y="1150963"/>
            <a:ext cx="3932932" cy="6750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822" y="1251720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</a:t>
            </a:r>
            <a:endParaRPr lang="en-US" sz="951" dirty="0"/>
          </a:p>
        </p:txBody>
      </p:sp>
      <p:sp>
        <p:nvSpPr>
          <p:cNvPr id="7" name="Text 4"/>
          <p:cNvSpPr/>
          <p:nvPr/>
        </p:nvSpPr>
        <p:spPr>
          <a:xfrm>
            <a:off x="698823" y="1458293"/>
            <a:ext cx="373141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751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854" y="1150963"/>
            <a:ext cx="3933007" cy="6750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13610" y="1251720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</a:t>
            </a:r>
            <a:endParaRPr lang="en-US" sz="951" dirty="0"/>
          </a:p>
        </p:txBody>
      </p:sp>
      <p:sp>
        <p:nvSpPr>
          <p:cNvPr id="10" name="Text 6"/>
          <p:cNvSpPr/>
          <p:nvPr/>
        </p:nvSpPr>
        <p:spPr>
          <a:xfrm>
            <a:off x="4713611" y="1458293"/>
            <a:ext cx="373149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Hello! How can I help you?</a:t>
            </a:r>
            <a:endParaRPr lang="en-US" sz="751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7" y="1907903"/>
            <a:ext cx="3932932" cy="6750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8822" y="2008660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</a:t>
            </a:r>
            <a:endParaRPr lang="en-US" sz="951" dirty="0"/>
          </a:p>
        </p:txBody>
      </p:sp>
      <p:sp>
        <p:nvSpPr>
          <p:cNvPr id="13" name="Text 8"/>
          <p:cNvSpPr/>
          <p:nvPr/>
        </p:nvSpPr>
        <p:spPr>
          <a:xfrm>
            <a:off x="698823" y="2215233"/>
            <a:ext cx="373141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your name</a:t>
            </a:r>
            <a:endParaRPr lang="en-US" sz="751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854" y="1907903"/>
            <a:ext cx="3933007" cy="6750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13610" y="2008660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</a:t>
            </a:r>
            <a:endParaRPr lang="en-US" sz="951" dirty="0"/>
          </a:p>
        </p:txBody>
      </p:sp>
      <p:sp>
        <p:nvSpPr>
          <p:cNvPr id="16" name="Text 10"/>
          <p:cNvSpPr/>
          <p:nvPr/>
        </p:nvSpPr>
        <p:spPr>
          <a:xfrm>
            <a:off x="4713611" y="2215233"/>
            <a:ext cx="373149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am your Mini AI Chatbot.</a:t>
            </a:r>
            <a:endParaRPr lang="en-US" sz="751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7" y="2664843"/>
            <a:ext cx="3932932" cy="67508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8822" y="2765600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</a:t>
            </a:r>
            <a:endParaRPr lang="en-US" sz="951" dirty="0"/>
          </a:p>
        </p:txBody>
      </p:sp>
      <p:sp>
        <p:nvSpPr>
          <p:cNvPr id="19" name="Text 12"/>
          <p:cNvSpPr/>
          <p:nvPr/>
        </p:nvSpPr>
        <p:spPr>
          <a:xfrm>
            <a:off x="698823" y="2972173"/>
            <a:ext cx="373141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tell me about python</a:t>
            </a:r>
            <a:endParaRPr lang="en-US" sz="751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854" y="2664843"/>
            <a:ext cx="3933007" cy="67508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713610" y="2765600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</a:t>
            </a:r>
            <a:endParaRPr lang="en-US" sz="951" dirty="0"/>
          </a:p>
        </p:txBody>
      </p:sp>
      <p:sp>
        <p:nvSpPr>
          <p:cNvPr id="22" name="Text 14"/>
          <p:cNvSpPr/>
          <p:nvPr/>
        </p:nvSpPr>
        <p:spPr>
          <a:xfrm>
            <a:off x="4713611" y="2972173"/>
            <a:ext cx="373149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is a powerful and easy programming language.</a:t>
            </a:r>
            <a:endParaRPr lang="en-US" sz="751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67" y="3421783"/>
            <a:ext cx="3932932" cy="67508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8822" y="3522539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</a:t>
            </a:r>
            <a:endParaRPr lang="en-US" sz="951" dirty="0"/>
          </a:p>
        </p:txBody>
      </p:sp>
      <p:sp>
        <p:nvSpPr>
          <p:cNvPr id="25" name="Text 16"/>
          <p:cNvSpPr/>
          <p:nvPr/>
        </p:nvSpPr>
        <p:spPr>
          <a:xfrm>
            <a:off x="698823" y="3729113"/>
            <a:ext cx="373141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how are you</a:t>
            </a:r>
            <a:endParaRPr lang="en-US" sz="751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2854" y="3421783"/>
            <a:ext cx="3933007" cy="67508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713610" y="3522539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</a:t>
            </a:r>
            <a:endParaRPr lang="en-US" sz="951" dirty="0"/>
          </a:p>
        </p:txBody>
      </p:sp>
      <p:sp>
        <p:nvSpPr>
          <p:cNvPr id="28" name="Text 18"/>
          <p:cNvSpPr/>
          <p:nvPr/>
        </p:nvSpPr>
        <p:spPr>
          <a:xfrm>
            <a:off x="4713611" y="3729113"/>
            <a:ext cx="3731493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I'm fine, thank you!</a:t>
            </a:r>
            <a:endParaRPr lang="en-US" sz="751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67" y="4178724"/>
            <a:ext cx="3932932" cy="679847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98822" y="4279479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🧑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You</a:t>
            </a:r>
            <a:endParaRPr lang="en-US" sz="951" dirty="0"/>
          </a:p>
        </p:txBody>
      </p:sp>
      <p:sp>
        <p:nvSpPr>
          <p:cNvPr id="31" name="Text 20"/>
          <p:cNvSpPr/>
          <p:nvPr/>
        </p:nvSpPr>
        <p:spPr>
          <a:xfrm>
            <a:off x="698823" y="4486053"/>
            <a:ext cx="373141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bye</a:t>
            </a:r>
            <a:endParaRPr lang="en-US" sz="751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2854" y="4178724"/>
            <a:ext cx="3933007" cy="679847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4713610" y="4279479"/>
            <a:ext cx="12598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00"/>
              </a:lnSpc>
            </a:pPr>
            <a:r>
              <a:rPr lang="en-US" sz="95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</a:t>
            </a:r>
            <a:r>
              <a:rPr lang="en-US" sz="9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Bot</a:t>
            </a:r>
            <a:endParaRPr lang="en-US" sz="951" dirty="0"/>
          </a:p>
        </p:txBody>
      </p:sp>
      <p:sp>
        <p:nvSpPr>
          <p:cNvPr id="34" name="Text 22"/>
          <p:cNvSpPr/>
          <p:nvPr/>
        </p:nvSpPr>
        <p:spPr>
          <a:xfrm>
            <a:off x="4713611" y="4486053"/>
            <a:ext cx="3731493" cy="150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51"/>
              </a:lnSpc>
            </a:pPr>
            <a:r>
              <a:rPr lang="en-US" sz="7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Bye Risana, take care! </a:t>
            </a:r>
            <a:r>
              <a:rPr lang="en-US" sz="75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👋</a:t>
            </a:r>
            <a:endParaRPr lang="en-US" sz="75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602"/>
            <a:ext cx="155056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20" y="618009"/>
            <a:ext cx="348562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051"/>
              </a:lnSpc>
            </a:pPr>
            <a:r>
              <a:rPr lang="en-US" sz="2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Chatbot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96120" y="1191592"/>
            <a:ext cx="8151763" cy="198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chatbot follows a clear, repeatable loop. Understanding this flow helps you debug, extend, and improve the bot with confidence.</a:t>
            </a:r>
            <a:endParaRPr lang="en-US" sz="95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9" y="1529583"/>
            <a:ext cx="6339185" cy="290125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494" y="2253948"/>
            <a:ext cx="407583" cy="4075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6362" y="3627247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 or Exit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7358" y="2254712"/>
            <a:ext cx="407583" cy="4075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56458" y="3627247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Keywords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35605" y="2254712"/>
            <a:ext cx="407583" cy="4075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264702" y="3741882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Input</a:t>
            </a:r>
            <a:endParaRPr lang="en-US" sz="14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5698" y="2254712"/>
            <a:ext cx="407583" cy="407583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40342" y="3741882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800"/>
              </a:lnSpc>
            </a:pPr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Chatbot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96120" y="4570364"/>
            <a:ext cx="8151763" cy="198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51"/>
              </a:lnSpc>
            </a:pP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loop continues until the user types an exit command like </a:t>
            </a:r>
            <a:r>
              <a:rPr lang="en-US" sz="9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bye</a:t>
            </a: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or </a:t>
            </a:r>
            <a:r>
              <a:rPr lang="en-US" sz="9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r>
              <a:rPr lang="en-US" sz="9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at which point the bot saves the session and closes gracefully.</a:t>
            </a:r>
            <a:endParaRPr lang="en-US" sz="95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2" y="317303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1"/>
              </a:lnSpc>
            </a:pPr>
            <a:r>
              <a:rPr lang="en-US" sz="1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Logging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49611" y="533624"/>
            <a:ext cx="4002212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1"/>
              </a:lnSpc>
            </a:pPr>
            <a:r>
              <a:rPr lang="en-US" sz="22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Saving Conversations to a File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49611" y="1129383"/>
            <a:ext cx="44111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of the standout features of this chatbot is </a:t>
            </a:r>
            <a:r>
              <a:rPr lang="en-US" sz="851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file logging</a:t>
            </a: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Every message exchanged during a session is written to </a:t>
            </a:r>
            <a:r>
              <a:rPr lang="en-US" sz="8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chat_history.txt</a:t>
            </a: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real time.</a:t>
            </a:r>
            <a:endParaRPr lang="en-US" sz="851" dirty="0"/>
          </a:p>
        </p:txBody>
      </p:sp>
      <p:sp>
        <p:nvSpPr>
          <p:cNvPr id="5" name="Text 3"/>
          <p:cNvSpPr/>
          <p:nvPr/>
        </p:nvSpPr>
        <p:spPr>
          <a:xfrm>
            <a:off x="449611" y="1563961"/>
            <a:ext cx="44111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is achieved using Python's built-in </a:t>
            </a:r>
            <a:r>
              <a:rPr lang="en-US" sz="8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open()</a:t>
            </a: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function in append mode (</a:t>
            </a:r>
            <a:r>
              <a:rPr lang="en-US" sz="8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), which adds new lines without overwriting previous conversations.</a:t>
            </a:r>
            <a:endParaRPr lang="en-US" sz="851" dirty="0"/>
          </a:p>
        </p:txBody>
      </p:sp>
      <p:sp>
        <p:nvSpPr>
          <p:cNvPr id="6" name="Shape 4"/>
          <p:cNvSpPr/>
          <p:nvPr/>
        </p:nvSpPr>
        <p:spPr>
          <a:xfrm>
            <a:off x="449611" y="2021458"/>
            <a:ext cx="4411191" cy="620688"/>
          </a:xfrm>
          <a:prstGeom prst="roundRect">
            <a:avLst>
              <a:gd name="adj" fmla="val 16301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192090"/>
            <a:ext cx="140495" cy="1123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4833" y="2151385"/>
            <a:ext cx="39336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5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File logging is useful for debugging, reviewing conversations, and building training data for future ML models.</a:t>
            </a:r>
            <a:endParaRPr lang="en-US" sz="851" dirty="0"/>
          </a:p>
        </p:txBody>
      </p:sp>
      <p:sp>
        <p:nvSpPr>
          <p:cNvPr id="9" name="Shape 6"/>
          <p:cNvSpPr/>
          <p:nvPr/>
        </p:nvSpPr>
        <p:spPr>
          <a:xfrm>
            <a:off x="449611" y="2756743"/>
            <a:ext cx="2154659" cy="873696"/>
          </a:xfrm>
          <a:prstGeom prst="roundRect">
            <a:avLst>
              <a:gd name="adj" fmla="val 11580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265" y="2883398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1"/>
              </a:lnSpc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263" y="3160887"/>
            <a:ext cx="19013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 file with </a:t>
            </a:r>
            <a:r>
              <a:rPr lang="en-US" sz="8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open('chat_history.txt', 'a')</a:t>
            </a:r>
            <a:endParaRPr lang="en-US" sz="851" dirty="0"/>
          </a:p>
        </p:txBody>
      </p:sp>
      <p:sp>
        <p:nvSpPr>
          <p:cNvPr id="12" name="Shape 9"/>
          <p:cNvSpPr/>
          <p:nvPr/>
        </p:nvSpPr>
        <p:spPr>
          <a:xfrm>
            <a:off x="2706143" y="2756743"/>
            <a:ext cx="2154659" cy="873696"/>
          </a:xfrm>
          <a:prstGeom prst="roundRect">
            <a:avLst>
              <a:gd name="adj" fmla="val 11580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32797" y="2883398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1"/>
              </a:lnSpc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832795" y="3160887"/>
            <a:ext cx="19013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Write user and bot messages using </a:t>
            </a:r>
            <a:r>
              <a:rPr lang="en-US" sz="8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file.write()</a:t>
            </a:r>
            <a:endParaRPr lang="en-US" sz="851" dirty="0"/>
          </a:p>
        </p:txBody>
      </p:sp>
      <p:sp>
        <p:nvSpPr>
          <p:cNvPr id="15" name="Shape 12"/>
          <p:cNvSpPr/>
          <p:nvPr/>
        </p:nvSpPr>
        <p:spPr>
          <a:xfrm>
            <a:off x="449611" y="3732312"/>
            <a:ext cx="4411191" cy="702247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14288">
            <a:solidFill>
              <a:srgbClr val="FF70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265" y="3858966"/>
            <a:ext cx="140516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51"/>
              </a:lnSpc>
            </a:pPr>
            <a:r>
              <a:rPr lang="en-US" sz="11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263" y="4136454"/>
            <a:ext cx="4157887" cy="17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Close the file with </a:t>
            </a:r>
            <a:r>
              <a:rPr lang="en-US" sz="851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file.close()</a:t>
            </a:r>
            <a:r>
              <a:rPr lang="en-US" sz="85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after each session</a:t>
            </a:r>
            <a:endParaRPr lang="en-US" sz="851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856" y="1152303"/>
            <a:ext cx="3559225" cy="3559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1071" y="28999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Looking Ahead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801071" y="463229"/>
            <a:ext cx="336954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1"/>
              </a:lnSpc>
            </a:pPr>
            <a:r>
              <a:rPr lang="en-US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 &amp; Enhancements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801071" y="858591"/>
            <a:ext cx="4970859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Mini AI Chatbot is just the beginning. With a solid foundation in place, there are exciting possibilities to make it smarter, more natural, and more interactive.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3801071" y="1197471"/>
            <a:ext cx="4970859" cy="861715"/>
          </a:xfrm>
          <a:prstGeom prst="roundRect">
            <a:avLst>
              <a:gd name="adj" fmla="val 971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98851" y="1295252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704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5573" y="1371974"/>
            <a:ext cx="125537" cy="1255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8851" y="1644031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898851" y="1831183"/>
            <a:ext cx="477529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 a model on conversation data so the bot learns and improves its responses over time.</a:t>
            </a:r>
            <a:endParaRPr lang="en-US" sz="700" dirty="0"/>
          </a:p>
        </p:txBody>
      </p:sp>
      <p:sp>
        <p:nvSpPr>
          <p:cNvPr id="11" name="Shape 7"/>
          <p:cNvSpPr/>
          <p:nvPr/>
        </p:nvSpPr>
        <p:spPr>
          <a:xfrm>
            <a:off x="3801071" y="2128913"/>
            <a:ext cx="4970859" cy="861715"/>
          </a:xfrm>
          <a:prstGeom prst="roundRect">
            <a:avLst>
              <a:gd name="adj" fmla="val 971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898851" y="2226693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7047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5573" y="2303415"/>
            <a:ext cx="125537" cy="1255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8851" y="2575471"/>
            <a:ext cx="1616943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Processing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898851" y="2762623"/>
            <a:ext cx="477529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NLP libraries like spaCy or NLTK to understand context, intent, and sentiment beyond keywords.</a:t>
            </a:r>
            <a:endParaRPr lang="en-US" sz="700" dirty="0"/>
          </a:p>
        </p:txBody>
      </p:sp>
      <p:sp>
        <p:nvSpPr>
          <p:cNvPr id="16" name="Shape 11"/>
          <p:cNvSpPr/>
          <p:nvPr/>
        </p:nvSpPr>
        <p:spPr>
          <a:xfrm>
            <a:off x="3801071" y="3060354"/>
            <a:ext cx="4970859" cy="861715"/>
          </a:xfrm>
          <a:prstGeom prst="roundRect">
            <a:avLst>
              <a:gd name="adj" fmla="val 971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898851" y="3158134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7047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5573" y="3234855"/>
            <a:ext cx="125537" cy="12553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98851" y="350691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Recognition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3898851" y="3694064"/>
            <a:ext cx="477529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 speech-to-text and text-to-speech so users can talk to the bot instead of typing.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3801071" y="3991795"/>
            <a:ext cx="4970859" cy="861715"/>
          </a:xfrm>
          <a:prstGeom prst="roundRect">
            <a:avLst>
              <a:gd name="adj" fmla="val 971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898851" y="4089574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7047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75573" y="4166296"/>
            <a:ext cx="125537" cy="12553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98851" y="4438353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00"/>
              </a:lnSpc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 or Web Interface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3898851" y="4625506"/>
            <a:ext cx="4775299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00"/>
              </a:lnSpc>
            </a:pPr>
            <a:r>
              <a:rPr lang="en-US" sz="7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 graphical interface using Tkinter or deploy a web version with Flask for a richer experience.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65671"/>
            <a:ext cx="150212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1151" dirty="0"/>
          </a:p>
        </p:txBody>
      </p:sp>
      <p:sp>
        <p:nvSpPr>
          <p:cNvPr id="3" name="Text 1"/>
          <p:cNvSpPr/>
          <p:nvPr/>
        </p:nvSpPr>
        <p:spPr>
          <a:xfrm>
            <a:off x="480641" y="599926"/>
            <a:ext cx="4146055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1"/>
              </a:lnSpc>
            </a:pPr>
            <a:r>
              <a:rPr lang="en-US" sz="23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Key Takeaways</a:t>
            </a:r>
            <a:endParaRPr lang="en-US" sz="2351" dirty="0"/>
          </a:p>
        </p:txBody>
      </p:sp>
      <p:sp>
        <p:nvSpPr>
          <p:cNvPr id="4" name="Text 2"/>
          <p:cNvSpPr/>
          <p:nvPr/>
        </p:nvSpPr>
        <p:spPr>
          <a:xfrm>
            <a:off x="480641" y="1254698"/>
            <a:ext cx="4792340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demonstrates that you can build a </a:t>
            </a:r>
            <a:r>
              <a:rPr lang="en-US" sz="900" b="1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fully functional chatbot</a:t>
            </a: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using only Python's core features — no complex libraries needed. It is a perfect starting point for anyone learning Python or exploring conversational AI.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80640" y="1953295"/>
            <a:ext cx="270347" cy="270347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662" y="1975806"/>
            <a:ext cx="18023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7369" y="1994595"/>
            <a:ext cx="150212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Core Python</a:t>
            </a:r>
            <a:endParaRPr lang="en-US" sz="1151" dirty="0"/>
          </a:p>
        </p:txBody>
      </p:sp>
      <p:sp>
        <p:nvSpPr>
          <p:cNvPr id="8" name="Text 6"/>
          <p:cNvSpPr/>
          <p:nvPr/>
        </p:nvSpPr>
        <p:spPr>
          <a:xfrm>
            <a:off x="867371" y="2298727"/>
            <a:ext cx="1936700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Functions, loops, conditionals, and dictionaries all come together in one practical project.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49549" y="1953295"/>
            <a:ext cx="270347" cy="270347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4573" y="1975806"/>
            <a:ext cx="18023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6281" y="1994596"/>
            <a:ext cx="1936700" cy="375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Beginner-Friendly &amp; Scalable</a:t>
            </a:r>
            <a:endParaRPr lang="en-US" sz="1151" dirty="0"/>
          </a:p>
        </p:txBody>
      </p:sp>
      <p:sp>
        <p:nvSpPr>
          <p:cNvPr id="12" name="Text 10"/>
          <p:cNvSpPr/>
          <p:nvPr/>
        </p:nvSpPr>
        <p:spPr>
          <a:xfrm>
            <a:off x="3336281" y="2486472"/>
            <a:ext cx="1936700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Simple to understand, yet designed to grow with Machine Learning and NLP additions.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0640" y="3286943"/>
            <a:ext cx="270347" cy="270347"/>
          </a:xfrm>
          <a:prstGeom prst="roundRect">
            <a:avLst>
              <a:gd name="adj" fmla="val 40005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662" y="3309455"/>
            <a:ext cx="180231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14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7372" y="3328243"/>
            <a:ext cx="223696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Functionality Demonstrated</a:t>
            </a:r>
            <a:endParaRPr lang="en-US" sz="1151" dirty="0"/>
          </a:p>
        </p:txBody>
      </p:sp>
      <p:sp>
        <p:nvSpPr>
          <p:cNvPr id="16" name="Text 14"/>
          <p:cNvSpPr/>
          <p:nvPr/>
        </p:nvSpPr>
        <p:spPr>
          <a:xfrm>
            <a:off x="867369" y="3632375"/>
            <a:ext cx="4405611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Chat history logging and sample output confirm the bot works end-to-end.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641" y="3952504"/>
            <a:ext cx="4792340" cy="694359"/>
          </a:xfrm>
          <a:prstGeom prst="roundRect">
            <a:avLst>
              <a:gd name="adj" fmla="val 15576"/>
            </a:avLst>
          </a:prstGeom>
          <a:solidFill>
            <a:srgbClr val="B6FCB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45" y="4135562"/>
            <a:ext cx="150168" cy="12010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1018" y="4098875"/>
            <a:ext cx="4281860" cy="38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🎉 Well done! You now have a working Mini AI Chatbot built entirely with Python core features.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4391" y="1149995"/>
            <a:ext cx="3270200" cy="3627760"/>
          </a:xfrm>
          <a:prstGeom prst="roundRect">
            <a:avLst>
              <a:gd name="adj" fmla="val 5292"/>
            </a:avLst>
          </a:prstGeom>
          <a:solidFill>
            <a:srgbClr val="FF7047"/>
          </a:solidFill>
          <a:ln/>
        </p:spPr>
      </p:sp>
      <p:sp>
        <p:nvSpPr>
          <p:cNvPr id="21" name="Text 18"/>
          <p:cNvSpPr/>
          <p:nvPr/>
        </p:nvSpPr>
        <p:spPr>
          <a:xfrm>
            <a:off x="5604495" y="1266379"/>
            <a:ext cx="150212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51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1151" dirty="0"/>
          </a:p>
        </p:txBody>
      </p:sp>
      <p:sp>
        <p:nvSpPr>
          <p:cNvPr id="22" name="Text 19"/>
          <p:cNvSpPr/>
          <p:nvPr/>
        </p:nvSpPr>
        <p:spPr>
          <a:xfrm>
            <a:off x="5604495" y="1570510"/>
            <a:ext cx="302999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Presented by </a:t>
            </a:r>
            <a:r>
              <a:rPr lang="en-US" sz="9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Risana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04495" y="1864445"/>
            <a:ext cx="3029992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Date: </a:t>
            </a:r>
            <a:r>
              <a:rPr lang="en-US" sz="900" b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 November 2025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604495" y="2214564"/>
            <a:ext cx="3029992" cy="9004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604495" y="2384450"/>
            <a:ext cx="3029992" cy="193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Happy Coding! 🐍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1062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Consolas</vt:lpstr>
      <vt:lpstr>Calibri Light</vt:lpstr>
      <vt:lpstr>Manrope</vt:lpstr>
      <vt:lpstr>Inter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lastModifiedBy>user</cp:lastModifiedBy>
  <cp:revision>3</cp:revision>
  <dcterms:created xsi:type="dcterms:W3CDTF">2026-05-11T04:17:24Z</dcterms:created>
  <dcterms:modified xsi:type="dcterms:W3CDTF">2026-05-11T04:30:22Z</dcterms:modified>
</cp:coreProperties>
</file>